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Startup Pitch Deck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Placeholder seed content for local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Describe the problem you're solving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Describe your product or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Size of the opportunity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you make money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